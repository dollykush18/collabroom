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39523D-7741-46A3-8497-D0A79669B352}">
          <p14:sldIdLst>
            <p14:sldId id="256"/>
          </p14:sldIdLst>
        </p14:section>
        <p14:section name="Untitled Section" id="{A19503B9-91DF-46B5-BC19-1F59A1064D98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6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85387-D126-4073-9391-4690882A2851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D773-7BF6-45D1-8082-CF1EC571C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24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0D773-7BF6-45D1-8082-CF1EC571CF3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23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54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40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57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71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727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407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62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89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82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12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156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45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9398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673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47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FD1F7-4881-4CA5-824E-0309BD060B2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94CBFF-445C-41EA-865B-8954B6E64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77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C7A4-D93E-1D55-FE46-107A4B397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0057" y="987646"/>
            <a:ext cx="6645162" cy="904568"/>
          </a:xfrm>
        </p:spPr>
        <p:txBody>
          <a:bodyPr/>
          <a:lstStyle/>
          <a:p>
            <a:r>
              <a:rPr lang="en-IN" sz="6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COLLABROOM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0ABA4-161A-0396-DCE0-04457243E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6" y="2566219"/>
            <a:ext cx="9387076" cy="3156155"/>
          </a:xfrm>
        </p:spPr>
        <p:txBody>
          <a:bodyPr>
            <a:normAutofit/>
          </a:bodyPr>
          <a:lstStyle/>
          <a:p>
            <a:pPr algn="l"/>
            <a:r>
              <a:rPr lang="en-IN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KIRTI GUPTA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KOMAL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VAISHNAVI BATHAM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DOLLY KUSHWAHA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TITIKSHA</a:t>
            </a:r>
          </a:p>
        </p:txBody>
      </p:sp>
    </p:spTree>
    <p:extLst>
      <p:ext uri="{BB962C8B-B14F-4D97-AF65-F5344CB8AC3E}">
        <p14:creationId xmlns:p14="http://schemas.microsoft.com/office/powerpoint/2010/main" val="1773547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46A035-8F7E-57D7-FFC2-23F6D4D5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650" y="530942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ABOUT THE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21F2E-7661-D69D-0591-D013C370D0C7}"/>
              </a:ext>
            </a:extLst>
          </p:cNvPr>
          <p:cNvSpPr txBox="1"/>
          <p:nvPr/>
        </p:nvSpPr>
        <p:spPr>
          <a:xfrm>
            <a:off x="904568" y="1622322"/>
            <a:ext cx="7718323" cy="30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endParaRPr lang="en-US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full-stack video conferencing web application.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create, join, and schedule meetings online.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real-time video and audio communication.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ensures secure authentication and smooth user experience.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simulate modern online meeting platforms.</a:t>
            </a:r>
          </a:p>
        </p:txBody>
      </p:sp>
    </p:spTree>
    <p:extLst>
      <p:ext uri="{BB962C8B-B14F-4D97-AF65-F5344CB8AC3E}">
        <p14:creationId xmlns:p14="http://schemas.microsoft.com/office/powerpoint/2010/main" val="59288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F4BC1-D6A6-F5E3-AB37-03884582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  <a:r>
              <a:rPr lang="en-IN" sz="44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68498-AEB3-F73F-9C3E-4052A15AB803}"/>
              </a:ext>
            </a:extLst>
          </p:cNvPr>
          <p:cNvSpPr txBox="1"/>
          <p:nvPr/>
        </p:nvSpPr>
        <p:spPr>
          <a:xfrm>
            <a:off x="677335" y="2064774"/>
            <a:ext cx="8250356" cy="217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communication platform: </a:t>
            </a:r>
            <a:r>
              <a:rPr lang="en-US" sz="16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web application enabling users to create and join.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and user-friendly experience: </a:t>
            </a:r>
            <a:r>
              <a:rPr lang="en-US" sz="16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authentication and an intuitive interface for smooth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full-stack development concepts: </a:t>
            </a:r>
            <a:r>
              <a:rPr lang="en-US" sz="160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modern frontend, backend, and APIs for scalable system development.</a:t>
            </a:r>
            <a:endParaRPr lang="en-IN" sz="160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52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C45E-701B-1CBA-F7C2-0CE86324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16DAD-53D1-5642-0384-37BB9DB98DAE}"/>
              </a:ext>
            </a:extLst>
          </p:cNvPr>
          <p:cNvSpPr txBox="1"/>
          <p:nvPr/>
        </p:nvSpPr>
        <p:spPr>
          <a:xfrm>
            <a:off x="825909" y="1858297"/>
            <a:ext cx="5771535" cy="3228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and authorization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instant meetings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 future meetings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meetings via link or 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and audio streaming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Meeting history and recordings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modern UI</a:t>
            </a:r>
            <a:endParaRPr lang="en-IN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87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A520-49DA-41C5-3739-F3FFDC1C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THE EXISTING SYSTEMS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CDE658-8E6C-DDD5-CCE1-6A1CC5919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89621"/>
              </p:ext>
            </p:extLst>
          </p:nvPr>
        </p:nvGraphicFramePr>
        <p:xfrm>
          <a:off x="914400" y="2792361"/>
          <a:ext cx="7364360" cy="2900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122">
                  <a:extLst>
                    <a:ext uri="{9D8B030D-6E8A-4147-A177-3AD203B41FA5}">
                      <a16:colId xmlns:a16="http://schemas.microsoft.com/office/drawing/2014/main" val="2913701276"/>
                    </a:ext>
                  </a:extLst>
                </a:gridCol>
                <a:gridCol w="2464619">
                  <a:extLst>
                    <a:ext uri="{9D8B030D-6E8A-4147-A177-3AD203B41FA5}">
                      <a16:colId xmlns:a16="http://schemas.microsoft.com/office/drawing/2014/main" val="2058623439"/>
                    </a:ext>
                  </a:extLst>
                </a:gridCol>
                <a:gridCol w="2464619">
                  <a:extLst>
                    <a:ext uri="{9D8B030D-6E8A-4147-A177-3AD203B41FA5}">
                      <a16:colId xmlns:a16="http://schemas.microsoft.com/office/drawing/2014/main" val="3412660364"/>
                    </a:ext>
                  </a:extLst>
                </a:gridCol>
              </a:tblGrid>
              <a:tr h="483419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12927"/>
                  </a:ext>
                </a:extLst>
              </a:tr>
              <a:tr h="483419">
                <a:tc>
                  <a:txBody>
                    <a:bodyPr/>
                    <a:lstStyle/>
                    <a:p>
                      <a:r>
                        <a:rPr lang="en-IN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Subscription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Free Prototype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167200"/>
                  </a:ext>
                </a:extLst>
              </a:tr>
              <a:tr h="483419">
                <a:tc>
                  <a:txBody>
                    <a:bodyPr/>
                    <a:lstStyle/>
                    <a:p>
                      <a:r>
                        <a:rPr lang="en-IN"/>
                        <a:t>Customisation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Fully customisable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048013"/>
                  </a:ext>
                </a:extLst>
              </a:tr>
              <a:tr h="483419">
                <a:tc>
                  <a:txBody>
                    <a:bodyPr/>
                    <a:lstStyle/>
                    <a:p>
                      <a:r>
                        <a:rPr lang="en-IN"/>
                        <a:t>Learning Purpose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Not Applicable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Educational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84716"/>
                  </a:ext>
                </a:extLst>
              </a:tr>
              <a:tr h="483419">
                <a:tc>
                  <a:txBody>
                    <a:bodyPr/>
                    <a:lstStyle/>
                    <a:p>
                      <a:r>
                        <a:rPr lang="en-IN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High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266840"/>
                  </a:ext>
                </a:extLst>
              </a:tr>
              <a:tr h="483419">
                <a:tc>
                  <a:txBody>
                    <a:bodyPr/>
                    <a:lstStyle/>
                    <a:p>
                      <a:r>
                        <a:rPr lang="en-IN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Advanced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Core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264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31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0E90-B5E5-E2A9-8DCF-1CE5BFD4B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43" y="2743200"/>
            <a:ext cx="5869858" cy="1789470"/>
          </a:xfrm>
        </p:spPr>
        <p:txBody>
          <a:bodyPr>
            <a:noAutofit/>
          </a:bodyPr>
          <a:lstStyle/>
          <a:p>
            <a:pPr algn="ctr"/>
            <a:r>
              <a:rPr lang="en-IN" sz="32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BEING  USED FOR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DD1E5-A121-5B7D-86BD-3AE935C46042}"/>
              </a:ext>
            </a:extLst>
          </p:cNvPr>
          <p:cNvSpPr txBox="1"/>
          <p:nvPr/>
        </p:nvSpPr>
        <p:spPr>
          <a:xfrm>
            <a:off x="2172929" y="2866820"/>
            <a:ext cx="392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8285E-2EA6-4BDB-5E1C-52ECA01A542D}"/>
              </a:ext>
            </a:extLst>
          </p:cNvPr>
          <p:cNvSpPr txBox="1"/>
          <p:nvPr/>
        </p:nvSpPr>
        <p:spPr>
          <a:xfrm>
            <a:off x="4526662" y="2646517"/>
            <a:ext cx="347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0E6DC8-5395-D971-A5BD-654924664796}"/>
              </a:ext>
            </a:extLst>
          </p:cNvPr>
          <p:cNvSpPr/>
          <p:nvPr/>
        </p:nvSpPr>
        <p:spPr>
          <a:xfrm>
            <a:off x="1096297" y="542876"/>
            <a:ext cx="3038167" cy="14256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50EDBF-19D0-3E7A-828D-2CEE8829A678}"/>
              </a:ext>
            </a:extLst>
          </p:cNvPr>
          <p:cNvSpPr/>
          <p:nvPr/>
        </p:nvSpPr>
        <p:spPr>
          <a:xfrm>
            <a:off x="5599470" y="4847098"/>
            <a:ext cx="3038167" cy="14256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 Video API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6ABB6C-3254-A2ED-6A43-384001FE9873}"/>
              </a:ext>
            </a:extLst>
          </p:cNvPr>
          <p:cNvSpPr/>
          <p:nvPr/>
        </p:nvSpPr>
        <p:spPr>
          <a:xfrm>
            <a:off x="5599471" y="556149"/>
            <a:ext cx="3038167" cy="14256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services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8F962C-DB73-C668-06CF-B4642DE2A4D1}"/>
              </a:ext>
            </a:extLst>
          </p:cNvPr>
          <p:cNvSpPr/>
          <p:nvPr/>
        </p:nvSpPr>
        <p:spPr>
          <a:xfrm>
            <a:off x="1037305" y="4875979"/>
            <a:ext cx="3038167" cy="14256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50FE93-D746-4CE8-4896-276D453C9085}"/>
              </a:ext>
            </a:extLst>
          </p:cNvPr>
          <p:cNvSpPr/>
          <p:nvPr/>
        </p:nvSpPr>
        <p:spPr>
          <a:xfrm>
            <a:off x="1989939" y="2576279"/>
            <a:ext cx="6007510" cy="161167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IN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TOOLS BEING  USED FOR PROJECT</a:t>
            </a:r>
            <a:endParaRPr lang="en-IN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9D4B6D-6C95-BDFD-D236-8DD3F7410C5C}"/>
              </a:ext>
            </a:extLst>
          </p:cNvPr>
          <p:cNvCxnSpPr/>
          <p:nvPr/>
        </p:nvCxnSpPr>
        <p:spPr>
          <a:xfrm>
            <a:off x="2733368" y="1981825"/>
            <a:ext cx="717755" cy="6167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01AFE8-F42A-0948-EEB9-9A93968708E3}"/>
              </a:ext>
            </a:extLst>
          </p:cNvPr>
          <p:cNvCxnSpPr/>
          <p:nvPr/>
        </p:nvCxnSpPr>
        <p:spPr>
          <a:xfrm>
            <a:off x="5653548" y="4181378"/>
            <a:ext cx="884903" cy="6657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F38E67-C183-17A3-D0A5-EDB9E5FC21BD}"/>
              </a:ext>
            </a:extLst>
          </p:cNvPr>
          <p:cNvCxnSpPr>
            <a:cxnSpLocks/>
          </p:cNvCxnSpPr>
          <p:nvPr/>
        </p:nvCxnSpPr>
        <p:spPr>
          <a:xfrm flipH="1">
            <a:off x="2866104" y="4181378"/>
            <a:ext cx="820993" cy="6657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75F334B-3BC8-56DB-9663-D9EFF194058E}"/>
              </a:ext>
            </a:extLst>
          </p:cNvPr>
          <p:cNvCxnSpPr>
            <a:cxnSpLocks/>
          </p:cNvCxnSpPr>
          <p:nvPr/>
        </p:nvCxnSpPr>
        <p:spPr>
          <a:xfrm flipH="1">
            <a:off x="5742039" y="1981825"/>
            <a:ext cx="796412" cy="6167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65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9158-F963-AC4D-75ED-49375F6E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OF PROJECT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7C00BF-4DD0-30C8-DC73-37B4DA552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491426"/>
              </p:ext>
            </p:extLst>
          </p:nvPr>
        </p:nvGraphicFramePr>
        <p:xfrm>
          <a:off x="963561" y="2117202"/>
          <a:ext cx="7627781" cy="3229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439">
                  <a:extLst>
                    <a:ext uri="{9D8B030D-6E8A-4147-A177-3AD203B41FA5}">
                      <a16:colId xmlns:a16="http://schemas.microsoft.com/office/drawing/2014/main" val="3684827764"/>
                    </a:ext>
                  </a:extLst>
                </a:gridCol>
                <a:gridCol w="2539171">
                  <a:extLst>
                    <a:ext uri="{9D8B030D-6E8A-4147-A177-3AD203B41FA5}">
                      <a16:colId xmlns:a16="http://schemas.microsoft.com/office/drawing/2014/main" val="1850822453"/>
                    </a:ext>
                  </a:extLst>
                </a:gridCol>
                <a:gridCol w="2539171">
                  <a:extLst>
                    <a:ext uri="{9D8B030D-6E8A-4147-A177-3AD203B41FA5}">
                      <a16:colId xmlns:a16="http://schemas.microsoft.com/office/drawing/2014/main" val="960495754"/>
                    </a:ext>
                  </a:extLst>
                </a:gridCol>
              </a:tblGrid>
              <a:tr h="342489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62978"/>
                  </a:ext>
                </a:extLst>
              </a:tr>
              <a:tr h="342489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project goals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945451"/>
                  </a:ext>
                </a:extLst>
              </a:tr>
              <a:tr h="342489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Planning and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design and architecture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067622"/>
                  </a:ext>
                </a:extLst>
              </a:tr>
              <a:tr h="342489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3-5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 frontend and backend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857086"/>
                  </a:ext>
                </a:extLst>
              </a:tr>
              <a:tr h="342489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 API Integration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903924"/>
                  </a:ext>
                </a:extLst>
              </a:tr>
              <a:tr h="342489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Debugging and Improvements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24371"/>
                  </a:ext>
                </a:extLst>
              </a:tr>
              <a:tr h="342489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deployment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197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and Presentation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528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849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D386-88AB-A6D0-CE2E-180B6691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OF WORK DONE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A4A6C-3638-7254-D9C5-DE81F2DF69FD}"/>
              </a:ext>
            </a:extLst>
          </p:cNvPr>
          <p:cNvSpPr txBox="1"/>
          <p:nvPr/>
        </p:nvSpPr>
        <p:spPr>
          <a:xfrm>
            <a:off x="822916" y="1589035"/>
            <a:ext cx="4190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Home Page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8A87891-F578-BB36-A578-E8DCEA81BE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4505" y="3276600"/>
            <a:ext cx="5094515" cy="216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97A7DBA-9761-9FAB-AA1D-AADD3E0505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14505" y="3276599"/>
            <a:ext cx="5486399" cy="255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CCD61A-CFA8-69AD-DDC6-1A6A075FE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108" y="2444014"/>
            <a:ext cx="7497120" cy="360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4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91E0-9DC0-77C5-48A2-DAC1EF0B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Sign in Page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C17B77-75E5-626C-4831-B02253682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8" t="7147" r="20977" b="6792"/>
          <a:stretch>
            <a:fillRect/>
          </a:stretch>
        </p:blipFill>
        <p:spPr>
          <a:xfrm>
            <a:off x="1184657" y="1788607"/>
            <a:ext cx="3928906" cy="38585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FD4D29-0B65-4A19-5D49-DD91422493E8}"/>
              </a:ext>
            </a:extLst>
          </p:cNvPr>
          <p:cNvSpPr/>
          <p:nvPr/>
        </p:nvSpPr>
        <p:spPr>
          <a:xfrm>
            <a:off x="5791708" y="2471895"/>
            <a:ext cx="3098749" cy="24919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Enables existing users to log in.</a:t>
            </a:r>
          </a:p>
          <a:p>
            <a:pPr algn="ctr"/>
            <a:r>
              <a:rPr lang="en-US" dirty="0"/>
              <a:t>Authentication using registered email and password.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6A3CF-3245-D5DB-8939-AD352A0819EF}"/>
              </a:ext>
            </a:extLst>
          </p:cNvPr>
          <p:cNvSpPr txBox="1"/>
          <p:nvPr/>
        </p:nvSpPr>
        <p:spPr>
          <a:xfrm>
            <a:off x="5620885" y="2678335"/>
            <a:ext cx="309874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existing users to log in.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using registered email and password.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433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8F41-B029-D866-8AEC-A7478F30B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Sign Up Page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BED78-D5D6-3092-C0E7-1EFBD45EA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6" t="1612" r="20634" b="-1612"/>
          <a:stretch>
            <a:fillRect/>
          </a:stretch>
        </p:blipFill>
        <p:spPr>
          <a:xfrm>
            <a:off x="1443269" y="1320800"/>
            <a:ext cx="4033083" cy="4927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4D16AD-1225-792C-1478-34212AE5D1F9}"/>
              </a:ext>
            </a:extLst>
          </p:cNvPr>
          <p:cNvSpPr/>
          <p:nvPr/>
        </p:nvSpPr>
        <p:spPr>
          <a:xfrm>
            <a:off x="5888334" y="2278813"/>
            <a:ext cx="3385668" cy="28437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Allows new users to create an account.</a:t>
            </a:r>
          </a:p>
          <a:p>
            <a:pPr algn="ctr"/>
            <a:r>
              <a:rPr lang="en-US"/>
              <a:t>User enters details such as name, email, and password.</a:t>
            </a:r>
          </a:p>
          <a:p>
            <a:pPr algn="ctr"/>
            <a:r>
              <a:rPr lang="en-US"/>
              <a:t>Data stored in database.</a:t>
            </a:r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6F8258-485D-5CF7-A026-62C330069C81}"/>
              </a:ext>
            </a:extLst>
          </p:cNvPr>
          <p:cNvSpPr txBox="1"/>
          <p:nvPr/>
        </p:nvSpPr>
        <p:spPr>
          <a:xfrm>
            <a:off x="5768378" y="2474073"/>
            <a:ext cx="338566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new users to create an account.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enters details such as name, email, and password.</a:t>
            </a:r>
          </a:p>
        </p:txBody>
      </p:sp>
    </p:spTree>
    <p:extLst>
      <p:ext uri="{BB962C8B-B14F-4D97-AF65-F5344CB8AC3E}">
        <p14:creationId xmlns:p14="http://schemas.microsoft.com/office/powerpoint/2010/main" val="1603311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1EBC7-D4BD-54CD-D60D-1AEAEB2F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83" y="2556387"/>
            <a:ext cx="8596668" cy="1320800"/>
          </a:xfrm>
        </p:spPr>
        <p:txBody>
          <a:bodyPr>
            <a:normAutofit/>
          </a:bodyPr>
          <a:lstStyle/>
          <a:p>
            <a:r>
              <a:rPr lang="en-IN" sz="7200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5251320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368</Words>
  <Application>Microsoft Office PowerPoint</Application>
  <PresentationFormat>Widescreen</PresentationFormat>
  <Paragraphs>108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Times New Roman</vt:lpstr>
      <vt:lpstr>Trebuchet MS</vt:lpstr>
      <vt:lpstr>Wingdings</vt:lpstr>
      <vt:lpstr>Wingdings 3</vt:lpstr>
      <vt:lpstr>Facet</vt:lpstr>
      <vt:lpstr>COLLABROOM</vt:lpstr>
      <vt:lpstr>BRIEF ABOUT THE PROJECT</vt:lpstr>
      <vt:lpstr> OBJECTIVE </vt:lpstr>
      <vt:lpstr>KEY FEATURES</vt:lpstr>
      <vt:lpstr>COMPARISON WITH THE EXISTING SYSTEMS</vt:lpstr>
      <vt:lpstr>TOOLS BEING  USED FOR PROJECT</vt:lpstr>
      <vt:lpstr>TIMELINE OF PROJECT</vt:lpstr>
      <vt:lpstr>STATUS OF WORK DONE</vt:lpstr>
      <vt:lpstr>2. Sign in Page</vt:lpstr>
      <vt:lpstr>3. Sign Up Page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COLLABLINK</dc:title>
  <dc:creator>Dolly Kushwaha</dc:creator>
  <cp:lastModifiedBy>Pratibha Gupta</cp:lastModifiedBy>
  <cp:revision>6</cp:revision>
  <dcterms:created xsi:type="dcterms:W3CDTF">2026-02-22T13:46:08Z</dcterms:created>
  <dcterms:modified xsi:type="dcterms:W3CDTF">2026-03-09T13:12:00Z</dcterms:modified>
</cp:coreProperties>
</file>